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ECO346 Assignment 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Data Visualization Techniques for Economists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Meesam Rizvi | FA24-BEDS-071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Variant 7: Urban Balochistan, Pakistan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PSLM 2019–20 • Positive annual earnings • Ages 15–64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turns a cloud of dots into a readable age profile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0"/>
                </a:solidFill>
              </a:rPr>
              <a:t>Default scatter (left) vs redesigned figure (right)</a:t>
            </a:r>
            <a:endParaRPr lang="en-US" sz="1600" dirty="0"/>
          </a:p>
        </p:txBody>
      </p:sp>
      <p:pic>
        <p:nvPicPr>
          <p:cNvPr id="4" name="Image 0" descr="figures/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3776472"/>
          </a:xfrm>
          <a:prstGeom prst="rect">
            <a:avLst/>
          </a:prstGeom>
        </p:spPr>
      </p:pic>
      <p:pic>
        <p:nvPicPr>
          <p:cNvPr id="5" name="Image 1" descr="figures/age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7764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486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Default: raw axes, no scale guidance, heavy overplotting at low earnings.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5486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Redesign: log earnings axis, jittered points, weighted age-band means, hollow markers for n &lt; 30, highest-mean label.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</a:rPr>
              <a:t>ECO346 Assignment 1  |  Meesam Rizvi  |  FA24-BEDS-071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urban earner makes Rs 250,000; spread is wide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0"/>
                </a:solidFill>
              </a:rPr>
              <a:t>Distribution of positive annual earnings, weighted by hhweight</a:t>
            </a:r>
            <a:endParaRPr lang="en-US" sz="1600" dirty="0"/>
          </a:p>
        </p:txBody>
      </p:sp>
      <p:pic>
        <p:nvPicPr>
          <p:cNvPr id="4" name="Image 0" descr="figures/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863840" cy="4242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554480"/>
            <a:ext cx="292608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23960" y="1627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96,000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176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</a:rPr>
              <a:t>Weighted P10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0" y="2743200"/>
            <a:ext cx="292608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23960" y="28163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250,000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3364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</a:rPr>
              <a:t>Weighted median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0" y="3931920"/>
            <a:ext cx="292608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23960" y="40050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540,000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</a:rPr>
              <a:t>Weighted P90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0" y="5120640"/>
            <a:ext cx="2926080" cy="10515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23960" y="51937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5.6×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5742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</a:rPr>
              <a:t>P90 / P10 ratio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97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</a:rPr>
              <a:t>N = 486 earners; 0 fall outside the plotted range (10,000 to 10,000,000). Unweighted median: Rs 264,000.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</a:rPr>
              <a:t>ECO346 Assignment 1  |  Meesam Rizvi  |  FA24-BEDS-071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rise with age, peaking at 60–64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0"/>
                </a:solidFill>
              </a:rPr>
              <a:t>Weighted mean annual earnings by 5-year age band</a:t>
            </a:r>
            <a:endParaRPr lang="en-US" sz="1600" dirty="0"/>
          </a:p>
        </p:txBody>
      </p:sp>
      <p:pic>
        <p:nvPicPr>
          <p:cNvPr id="4" name="Image 0" descr="figures/ag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309360" cy="441655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554480"/>
          <a:ext cx="4389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band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mean (Rs)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113,382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220,435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307,994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316,659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302,071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316,147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372,723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399,250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55-59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350,772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476,422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23760" y="5349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</a:rPr>
              <a:t>Red rows: n &lt; 30, interpret with caution. Peak band 60–64 has n = 16.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</a:rPr>
              <a:t>ECO346 Assignment 1  |  Meesam Rizvi  |  FA24-BEDS-071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version confirms the age-band pattern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0"/>
                </a:solidFill>
              </a:rPr>
              <a:t>Q5: pandas + matplotlib version of the age profile</a:t>
            </a:r>
            <a:endParaRPr lang="en-US" sz="1600" dirty="0"/>
          </a:p>
        </p:txBody>
      </p:sp>
      <p:pic>
        <p:nvPicPr>
          <p:cNvPr id="4" name="Image 0" descr="figures/q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85800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645920"/>
            <a:ext cx="3840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Sample: 486 earners (Balochistan, urban, ages 15–64, earnings &gt; 0).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Method: bands start at 15; means weighted by hhweight with np.average.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Result: lowest mean in 15–19 (Rs 113,382), highest in 60–64 (Rs 476,422).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Three bands have n &lt; 30 (15–19, 55–59, 60–64), shown as ringed markers.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</a:rPr>
              <a:t>Figure produced by the Q5 Python script; table saved as q5_python_age_band_table.csv.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</a:rPr>
              <a:t>ECO346 Assignment 1  |  Meesam Rizvi  |  FA24-BEDS-071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</dc:title>
  <dc:subject>PptxGenJS Presentation</dc:subject>
  <dc:creator>Meesam Rizvi</dc:creator>
  <cp:lastModifiedBy>Meesam Rizvi</cp:lastModifiedBy>
  <cp:revision>1</cp:revision>
  <dcterms:created xsi:type="dcterms:W3CDTF">2026-10-27T10:04:57Z</dcterms:created>
  <dcterms:modified xsi:type="dcterms:W3CDTF">2026-10-27T10:04:57Z</dcterms:modified>
</cp:coreProperties>
</file>