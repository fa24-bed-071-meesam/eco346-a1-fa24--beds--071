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ECO346 Assignment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Data Visualization Techniques for Economists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Meesam Rizvi | FA24-BEDS-071</a:t>
            </a:r>
          </a:p>
          <a:p>
            <a:pPr>
              <a:spcAft>
                <a:spcPts val="1600"/>
              </a:spcAft>
              <a:defRPr sz="2200"/>
            </a:pPr>
            <a:r>
              <a:t>Variant 7: Urban Balochistan, Pakistan</a:t>
            </a:r>
          </a:p>
          <a:p>
            <a:pPr>
              <a:spcAft>
                <a:spcPts val="1600"/>
              </a:spcAft>
              <a:defRPr sz="2200"/>
            </a:pPr>
            <a:r>
              <a:t>PSLM 2019–20 • Positive annual earnings • Ages 15–64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Default plot vs redesigned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Q4 → Q3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Default: raw age and annual earnings scatter; little guidance for the viewer.</a:t>
            </a:r>
          </a:p>
          <a:p>
            <a:pPr>
              <a:spcAft>
                <a:spcPts val="1600"/>
              </a:spcAft>
              <a:defRPr sz="2200"/>
            </a:pPr>
            <a:r>
              <a:t>Redesign: labeled axes, log earnings scale, age-band weighted means, thin-group markers, and a highest-mean annotation.</a:t>
            </a:r>
          </a:p>
          <a:p>
            <a:pPr>
              <a:spcAft>
                <a:spcPts val="1600"/>
              </a:spcAft>
              <a:defRPr sz="2200"/>
            </a:pPr>
            <a:r>
              <a:t>Design goal: preserve individual observations while making the group pattern easier to interpret.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Earnings distribution</a:t>
            </a:r>
          </a:p>
        </p:txBody>
      </p:sp>
      <p:pic>
        <p:nvPicPr>
          <p:cNvPr id="3" name="Picture 2" descr="q2_histogram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Most important finding</a:t>
            </a:r>
          </a:p>
        </p:txBody>
      </p:sp>
      <p:pic>
        <p:nvPicPr>
          <p:cNvPr id="3" name="Picture 2" descr="q3_age_profil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4983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